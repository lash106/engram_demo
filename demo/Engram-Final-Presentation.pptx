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Memory Middleware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· Vector clocks · CRDTs · Role-based access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273 · Final Project · San José State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AI agents share state via a plain dict or key-value store, the last write wins.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120640" cy="16459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A: </a:t>
            </a:r>
            <a:pPr indent="0" marL="0">
              <a:buNone/>
            </a:pPr>
            <a:r>
              <a:rPr lang="en-US" sz="1300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memory['budget'] = 5000</a:t>
            </a:r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B: </a:t>
            </a:r>
            <a:pPr indent="0" marL="0">
              <a:buNone/>
            </a:pPr>
            <a:r>
              <a:rPr lang="en-US" sz="1300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memory['budget'] = 3000  # 1ms later</a:t>
            </a:r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A's value is gone.</a:t>
            </a:r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error. No trace. No way to recover.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2926080" cy="10515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960120"/>
            <a:ext cx="91440" cy="1051560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069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overwrites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80760" y="1399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raised when concurrent writes collide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194560"/>
            <a:ext cx="2926080" cy="10515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2194560"/>
            <a:ext cx="91440" cy="1051560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3042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2633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know which agent wrote what and when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429000"/>
            <a:ext cx="2926080" cy="10515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3429000"/>
            <a:ext cx="91440" cy="105156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overwrite any key at any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sits between your agents and shared state — detecting conflicts, preserving history, and enforcing access control.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920240" cy="26517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1920240" cy="9144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Clocks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ordering of every write. Detects concurrent operations without a central clock.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600200"/>
            <a:ext cx="1920240" cy="26517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600200"/>
            <a:ext cx="1920240" cy="91440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MVRegister CRDT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24328" y="22860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concurrent values. Nothing silently discarded. Resolution deferred to strategy.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600200"/>
            <a:ext cx="1920240" cy="26517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600200"/>
            <a:ext cx="1920240" cy="91440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Strategies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5736" y="22860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latest_clock · highest_value · lowest_value · union · flag_for_human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600200"/>
            <a:ext cx="1920240" cy="265176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9984" y="1600200"/>
            <a:ext cx="1920240" cy="91440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67144" y="22860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read/write permissions with glob patterns. Every write permission-checked first.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91440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AccessPolicy validates role can write key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023360" cy="91440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Increment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79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VectorClock incremented for writing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023360" cy="91440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incoming vs existing vector clock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91440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 Resolution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MVRegister resolves via chosen strategy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023360" cy="91440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423160"/>
            <a:ext cx="457200" cy="457200"/>
          </a:xfrm>
          <a:prstGeom prst="ellipse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Append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679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HistoryEntry logged for audit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4023360" cy="91440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3611880"/>
            <a:ext cx="457200" cy="457200"/>
          </a:xfrm>
          <a:prstGeom prst="ellipse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Write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via pluggable StorageAdapter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Clocks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 mapping each agent ID to a monotonically increasing counter. Comparisons determine causal ordering.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21031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A writes budget = 5000
</a:t>
            </a:r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clock_A = </a:t>
            </a:r>
            <a:pPr indent="0" marL="0">
              <a:buNone/>
            </a:pPr>
            <a:r>
              <a:rPr lang="en-US" sz="1200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{"A": 1}
</a:t>
            </a:r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B writes budget = 3000 (no knowledge of A)
</a:t>
            </a:r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clock_B = </a:t>
            </a:r>
            <a:pPr indent="0" marL="0">
              <a:buNone/>
            </a:pPr>
            <a:r>
              <a:rPr lang="en-US" sz="1200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{"B": 1}
</a:t>
            </a:r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Neither dominates → </a:t>
            </a:r>
            <a:pPr indent="0" marL="0">
              <a:buNone/>
            </a:pPr>
            <a:r>
              <a:rPr lang="en-US" sz="1200" b="1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</a:t>
            </a:r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conflict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108960" cy="384048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801368"/>
            <a:ext cx="3108960" cy="43891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801368"/>
            <a:ext cx="73152" cy="438912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8470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clock ≤ B's clock in all 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258568"/>
            <a:ext cx="3108960" cy="43891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258568"/>
            <a:ext cx="73152" cy="438912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042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clock ≥ B's clock in all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715768"/>
            <a:ext cx="3108960" cy="43891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715768"/>
            <a:ext cx="73152" cy="438912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761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dominates → conflict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172968"/>
            <a:ext cx="3108960" cy="43891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3172968"/>
            <a:ext cx="73152" cy="438912"/>
          </a:xfrm>
          <a:prstGeom prst="rect">
            <a:avLst/>
          </a:prstGeom>
          <a:solidFill>
            <a:srgbClr val="8888A8"/>
          </a:solidFill>
          <a:ln w="12700">
            <a:solidFill>
              <a:srgbClr val="888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218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clocks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Resolution Strategies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321040" cy="676656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676656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latest_clock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value with highest vector clock sum. Tie-break by timestamp.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1115568"/>
            <a:ext cx="1645920" cy="411480"/>
          </a:xfrm>
          <a:prstGeom prst="rect">
            <a:avLst/>
          </a:prstGeom>
          <a:solidFill>
            <a:srgbClr val="0A0A0F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115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default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321040" cy="676656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73936"/>
            <a:ext cx="91440" cy="676656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highest_value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numerically largest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883664"/>
            <a:ext cx="1645920" cy="411480"/>
          </a:xfrm>
          <a:prstGeom prst="rect">
            <a:avLst/>
          </a:prstGeom>
          <a:solidFill>
            <a:srgbClr val="0A0A0F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88366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budget estimates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321040" cy="676656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42032"/>
            <a:ext cx="91440" cy="676656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15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lowest_value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889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numerically smallest 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651760"/>
            <a:ext cx="1645920" cy="411480"/>
          </a:xfrm>
          <a:prstGeom prst="rect">
            <a:avLst/>
          </a:prstGeom>
          <a:solidFill>
            <a:srgbClr val="0A0A0F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D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resource limits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321040" cy="676656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91440" cy="676656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values as a list. Nothing discarded.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3419856"/>
            <a:ext cx="1645920" cy="411480"/>
          </a:xfrm>
          <a:prstGeom prst="rect">
            <a:avLst/>
          </a:prstGeom>
          <a:solidFill>
            <a:srgbClr val="0A0A0F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41985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aggregation, search results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78224"/>
            <a:ext cx="8321040" cy="676656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78224"/>
            <a:ext cx="91440" cy="676656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51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flag_for_human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resolve. Marks entry FLAGGED for manual review.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4187952"/>
            <a:ext cx="1645920" cy="411480"/>
          </a:xfrm>
          <a:prstGeom prst="rect">
            <a:avLst/>
          </a:prstGeom>
          <a:solidFill>
            <a:srgbClr val="0A0A0F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4187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financial decisions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321040" cy="640080"/>
          </a:xfrm>
          <a:prstGeom prst="rect">
            <a:avLst/>
          </a:prstGeom>
          <a:solidFill>
            <a:srgbClr val="18181F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engram-demo.vercel.app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77640" cy="109728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148840"/>
            <a:ext cx="457200" cy="457200"/>
          </a:xfrm>
          <a:prstGeom prst="ellipse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984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pre-configured at engram-demo.onrender.com. Click Connect — green dot confirms live.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874520"/>
            <a:ext cx="3977640" cy="109728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2148840"/>
            <a:ext cx="457200" cy="457200"/>
          </a:xfrm>
          <a:prstGeom prst="ellipse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58968" y="1984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Conflict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⚡ Trigger Conflict — fires both agents simultaneously via Promise.all.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977640" cy="109728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429000"/>
            <a:ext cx="457200" cy="457200"/>
          </a:xfrm>
          <a:prstGeom prst="ellipse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3264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resolution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card shows conflict detail: 85000 vs 72000 → resolved value + merged clock.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3977640" cy="109728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3752" y="3429000"/>
            <a:ext cx="457200" cy="457200"/>
          </a:xfrm>
          <a:prstGeom prst="ellipse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58968" y="3264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strategies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58968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dropdown to flag_for_human, union, lowest_value — trigger again each 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EngramMiddleware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orchestrator — wires all components together for every read and write operation.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566928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566928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721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AccessPolicy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282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 + key permission checks before any operation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5029200" cy="566928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93976"/>
            <a:ext cx="73152" cy="566928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48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VectorClock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4048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ordering — increment, merge, and compare clocks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5029200" cy="566928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70632"/>
            <a:ext cx="73152" cy="566928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254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MVRegister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081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 — stores all concurrent values, resolves on demand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47288"/>
            <a:ext cx="5029200" cy="566928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47288"/>
            <a:ext cx="73152" cy="566928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502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7581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with time-travel query support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23944"/>
            <a:ext cx="5029200" cy="566928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23944"/>
            <a:ext cx="73152" cy="566928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StorageAdapter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4348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backend — InMemory, Redis, Chroma, Pinecone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417320"/>
            <a:ext cx="3108960" cy="338328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1417320"/>
            <a:ext cx="3108960" cy="73152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goes through the full pipeline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4963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dependency-injected via FastAPI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30266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adapter is swappable at startup via .env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5570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log is append-only — rollbacks create new entries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4087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is stateless — all state lives in storage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Adapters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storage layer via StorageAdapter ABC. Swap backends with a single env var: STORAGE_ADAPTER=redis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389888"/>
          </a:xfrm>
          <a:prstGeom prst="rect">
            <a:avLst/>
          </a:prstGeom>
          <a:solidFill>
            <a:srgbClr val="18181F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73152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00200"/>
            <a:ext cx="1371600" cy="256032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InMemoryAdapter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Dict-backed, thread-safe. Zero dependencies. Resets on restart. Default for demos and tests.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D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· Testing ·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114800" cy="1389888"/>
          </a:xfrm>
          <a:prstGeom prst="rect">
            <a:avLst/>
          </a:prstGeom>
          <a:solidFill>
            <a:srgbClr val="18181F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463040"/>
            <a:ext cx="4114800" cy="73152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600200"/>
            <a:ext cx="1371600" cy="256032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STUBBED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73752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RedisAdapter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 over Redis 7.2. AOF persistence survives container restarts. docker compose up.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Persistent state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4114800" cy="1389888"/>
          </a:xfrm>
          <a:prstGeom prst="rect">
            <a:avLst/>
          </a:prstGeom>
          <a:solidFill>
            <a:srgbClr val="18181F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35808"/>
            <a:ext cx="4114800" cy="73152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172968"/>
            <a:ext cx="1371600" cy="256032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STUBBED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ChromaAdapter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493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via ChromaDB. Enables similarity-based memory retrieval across agent writes.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151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 · RAG agents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35808"/>
            <a:ext cx="4114800" cy="1389888"/>
          </a:xfrm>
          <a:prstGeom prst="rect">
            <a:avLst/>
          </a:prstGeom>
          <a:solidFill>
            <a:srgbClr val="18181F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35808"/>
            <a:ext cx="4114800" cy="73152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3172968"/>
            <a:ext cx="1371600" cy="256032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STUBBED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3752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PineconeAdapter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3493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 vector search for large agent fleets with millions of memory entries.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4151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 · Vector search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via STORAGE_ADAPTER=redis in .env — docker compose up starts Redis with AOF persistence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&amp; Deployment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572000" cy="53035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530352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624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 framework — all REST endpoints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4572000" cy="53035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47672"/>
            <a:ext cx="73152" cy="530352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v2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219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and serialization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4572000" cy="53035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9464"/>
            <a:ext cx="73152" cy="530352"/>
          </a:xfrm>
          <a:prstGeom prst="rect">
            <a:avLst/>
          </a:prstGeom>
          <a:solidFill>
            <a:srgbClr val="4DD890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8437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runtime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4572000" cy="53035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91256"/>
            <a:ext cx="73152" cy="530352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27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4655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 with async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4572000" cy="53035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13048"/>
            <a:ext cx="73152" cy="530352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8496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InMemoryAdapter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087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Dict-backed storage, zero dependencies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960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1325880"/>
            <a:ext cx="3291840" cy="868680"/>
          </a:xfrm>
          <a:prstGeom prst="rect">
            <a:avLst/>
          </a:prstGeom>
          <a:solidFill>
            <a:srgbClr val="18181F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1709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engram-demo.vercel.app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2331720"/>
            <a:ext cx="3291840" cy="868680"/>
          </a:xfrm>
          <a:prstGeom prst="rect">
            <a:avLst/>
          </a:prstGeom>
          <a:solidFill>
            <a:srgbClr val="18181F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715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29169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engram-demo.onrender.com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3337560"/>
            <a:ext cx="3291840" cy="868680"/>
          </a:xfrm>
          <a:prstGeom prst="rect">
            <a:avLst/>
          </a:prstGeom>
          <a:solidFill>
            <a:srgbClr val="18181F"/>
          </a:solidFill>
          <a:ln w="12700">
            <a:solidFill>
              <a:srgbClr val="4DD8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23560" y="3721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39227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lash106/Engram_demo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321040" cy="80467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91440" cy="804672"/>
          </a:xfrm>
          <a:prstGeom prst="rect">
            <a:avLst/>
          </a:prstGeom>
          <a:solidFill>
            <a:srgbClr val="F07060"/>
          </a:solidFill>
          <a:ln w="12700">
            <a:solidFill>
              <a:srgbClr val="F07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789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writes are invisible failures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dicts and KV stores silently drop data. Engram makes conflicts visible.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321040" cy="80467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91440" cy="804672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391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clocks are the right abstraction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ordering without a central clock — scales to any number of agents.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321040" cy="80467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91440" cy="804672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9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CRDTs defer resolution, not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MVRegister preserves all concurrent values. Resolution is a separate, configurable step.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321040" cy="804672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86200"/>
            <a:ext cx="91440" cy="804672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593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is a business decision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297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conflict strategy to use depends on the domain — not the framework.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— CMPE 273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7DF5"/>
          </a:solidFill>
          <a:ln w="12700">
            <a:solidFill>
              <a:srgbClr val="8B7D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606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engram-demo.vercel.app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github.com/lash106/Engram_demo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794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D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engram-demo.onrender.com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8181F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273 · Final Project · San José State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Engram — Multi-Agent Memory Middleware</dc:title>
  <dc:subject>PptxGenJS Presentation</dc:subject>
  <dc:creator>PptxGenJS</dc:creator>
  <cp:lastModifiedBy>PptxGenJS</cp:lastModifiedBy>
  <cp:revision>1</cp:revision>
  <dcterms:created xsi:type="dcterms:W3CDTF">2026-05-03T04:53:18Z</dcterms:created>
  <dcterms:modified xsi:type="dcterms:W3CDTF">2026-05-03T04:53:18Z</dcterms:modified>
</cp:coreProperties>
</file>